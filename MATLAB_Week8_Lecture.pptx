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79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8 is dedicated entirely to the switch-case statement -- basics, grouped case values, otherwise, and when to prefer switch over if-elseif -- taught slowly with tricky questions and two geophysics applications, mirroring Week 7's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switch-case tests one variable against several exact, fixed values, top to bottom, first match wins. The tricky question exposes that switch comparison is exact -- a string and a number that look alike never match -- a common beginner surprise moving from if's flexible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hands-on practice slide for switch-case: a short, complete, runnable script using input('...','s') for string input with no hardcoded test data -- students run it themselves and are nudged toward noticing case-sensitivity, which the next tricky-question spotlight will explain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Cell-array case values let one branch match several possibilities at once. The tricky question reinforces the first-match-wins rule from if-elseif: once a case matches, remaining cases (even ones that would also match) are never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practice slide, using grouped case values to classify a month into a season -- students confirm the grouping behaviour and the otherwise fallback by running it themselves, with 13 as a deliberate out-of-range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otherwise mirrors else from if-else: optional, catches anything unmatched. Tricky question draws the direct parallel to Week 7's 'false condition with no else does nothing' lesson -- the same silent-failure trap, now in switch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practice slide, specifically targeting the otherwise clause with an invalid-input test case -- students confirm the safety net works by deliberately breaking the expected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common beginner mistakes, especially for anyone who has seen switch in another language: text comparison is case-sensitive (fix with lower()), and MATLAB's switch never falls through -- no break keyword exists because it isn't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from Attaway Section 4.4: the switch_expression type constraint (scalar or char vector only) and the case-order note are real textbook facts not yet covered. The QA card reproduces the book's own switchletgrade.m grading function, contrasting its grouped case {10,9} against writing the same action under two separate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realistic menu-driven script: a geophysicist picks which processing pipeline to run by typing its name. lower() guards against case-sensitivity, and otherwise catches typos -- both lessons from the previous slide applied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10-minute break. Resume promptly at 3:50 PM with switch vs if-elseif.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decision rule for choosing between Week 7's if-elseif and Week 8's switch: switch is equality-only and cannot express ranges, so velocity/porosity-style threshold classification stays an if-elseif job, while switch is reserved for fixed discrete choices like menus and named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1 used text input; this version uses a numbered menu with otherwise handling any invalid number -- the complete, realistic menu-driven script a student would actually submit, combining every switch feature covered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In-class exercise combining a direct case, a grouped {4,5} case, and otherwise -- all three switch features from today applied to a new geophysical scenario (lithology code lookup). Solution verified: code=2 matches case 2 directly, prints 'Siltstone'.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verbatim textbook exercise (Attaway Exercise 23): the book's own Beaufort Wind Scale switch statement, with the book's own instruction to rewrite it as a nested if-else -- directly reinforcing the switch-vs-if-elseif equivalence taught earlier, using real exam-style practice from the assigned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side-by-side reference comparing switch-case and if-elseif-else feature by feature, so students have one slide to consult when deciding which construct fits a new problem -- directly answering the 'when to use which' question from earlier in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list of every tricky-question lesson from today's class on switch-case, framed as beginner-level takeaways before the mid-term and the post-mid-term move to repetition structures (for/while loops).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assignment reusing the validated menu-system pattern. Summary ties together every switch-case feature from today, flags the mid-term scope (Weeks 1-8), and previews the post-mid-term move to repetition structures and then toolboxes/GUI/file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640080"/>
            <a:ext cx="1463040" cy="14630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ahri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795528"/>
            <a:ext cx="1152144" cy="1152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14600" y="777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17043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Earth &amp; Environmental Sciences (Geophysics)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 321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with MATLAB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— Selection Structures, Part 2: The switch-case Statement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CLO-2: Apply MATLAB selection structures and logical operators to process geophysical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5394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51560" y="55321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Dr. Faheem Shaukat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C7D4E3"/>
                </a:solidFill>
              </a:rPr>
              <a:t>Visiting Faculty Member — Department of Software Engineering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200" y="539496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2335A"/>
          </a:solidFill>
          <a:ln w="12700">
            <a:solidFill>
              <a:srgbClr val="123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00800" y="5532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One Variable, Many Discrete Choices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C7D4E3"/>
                </a:solidFill>
              </a:rPr>
              <a:t>Week 7 chose between conditions with if. Today MATLAB chooses between fixed, named options — cleanly, like a menu.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 PM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2-Hour Class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2:30–4:30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68580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2:37 – 2:46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2618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basics — syntax &amp; example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2:46 – 2:51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5361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switch-case (no data given — run it!)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1051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68580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2:51 – 3:00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18105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multiple values in one case — {cell arrays}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1810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3:00 – 3:06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grouped case values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35915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1" name="Text 19"/>
          <p:cNvSpPr txBox="1"/>
          <p:nvPr/>
        </p:nvSpPr>
        <p:spPr>
          <a:xfrm>
            <a:off x="68580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3:06 – 3:14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23591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otherwise clause — catching the rest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2359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3:14 – 3:20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26334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otherwise / invalid input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290779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 txBox="1"/>
          <p:nvPr/>
        </p:nvSpPr>
        <p:spPr>
          <a:xfrm>
            <a:off x="68580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3:20 – 3:26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606040" y="29077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Tricky-question spotlight: case-sensitivity &amp; no fall-through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2907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3:26 – 3:33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3182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textbook: what switch can and can't do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45643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5" name="Text 33"/>
          <p:cNvSpPr txBox="1"/>
          <p:nvPr/>
        </p:nvSpPr>
        <p:spPr>
          <a:xfrm>
            <a:off x="6858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3:33 – 3:40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3456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1: menu-driven geophysical workflow selector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3730752"/>
            <a:ext cx="11064240" cy="274320"/>
          </a:xfrm>
          <a:prstGeom prst="rect">
            <a:avLst/>
          </a:prstGeom>
          <a:solidFill>
            <a:srgbClr val="FBF1D9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39" name="Text 37"/>
          <p:cNvSpPr txBox="1"/>
          <p:nvPr/>
        </p:nvSpPr>
        <p:spPr>
          <a:xfrm>
            <a:off x="68580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3:40 – 3:50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606040" y="37307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10-Minute Break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05840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400507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43" name="Text 41"/>
          <p:cNvSpPr txBox="1"/>
          <p:nvPr/>
        </p:nvSpPr>
        <p:spPr>
          <a:xfrm>
            <a:off x="68580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3:50 – 3:59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606040" y="40050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vs if-elseif — when to prefer which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005840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3:59 – 4:07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2606040" y="42793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2: full validated menu system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0" y="4279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8640" y="455371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0" name="Text 48"/>
          <p:cNvSpPr txBox="1"/>
          <p:nvPr/>
        </p:nvSpPr>
        <p:spPr>
          <a:xfrm>
            <a:off x="68580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4:07 – 4:15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606040" y="45537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problem (with solution)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058400" y="4553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4:15 – 4:22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2606040" y="4828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exercise: the Beaufort Wind Scale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058400" y="4828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510235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7" name="Text 55"/>
          <p:cNvSpPr txBox="1"/>
          <p:nvPr/>
        </p:nvSpPr>
        <p:spPr>
          <a:xfrm>
            <a:off x="685800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4:22 – 4:26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2606040" y="5102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switch-case vs if-elseif-else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100584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68580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4:26 – 4:29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2606040" y="5376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 &amp; common mistakes for beginners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10058400" y="5376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48640" y="5650992"/>
            <a:ext cx="11064240" cy="27432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4" name="Text 62"/>
          <p:cNvSpPr txBox="1"/>
          <p:nvPr/>
        </p:nvSpPr>
        <p:spPr>
          <a:xfrm>
            <a:off x="685800" y="5650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4:29 – 4:30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2606040" y="56509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exercise, summary &amp; what comes after mid-term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10058400" y="5650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Week 8 is the switch-case statement, taught the same slow, example-driven way as Week 7's if statement — basics, grouped values, otherwise, and when to prefer switch over if-elseif.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switch-case Statement — Basics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2:37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switch_expression ... case value ... otherwise ... end — tests ONE variable against several fixed, exact values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checks each case top to bottom; the first one that matches runs, then switch exits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numbers, strings, or character arrays — not just numbers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rockType = 'sandstone'; switch rockType; case 'sandstone'; disp('Clastic reservoir rock'); case 'shale'; disp('Fine-grained seal rock'); otherwise; disp('Unknown rock type'); 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6D1E"/>
                </a:solidFill>
              </a:rPr>
              <a:t>TRICKY QUESTION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x = '5';  switch x; case 5; disp('match'); otherwise; disp('no match'); end — what prints, and why?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Prints: no match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x = '5' is a CHARACTER (text), but case 5 is 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NUMBER. switch compares for an EXACT match (type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and value both), so a character '5' never equals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the number 5 -- even though they 'look' the same.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x = '5';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switch x; case 5; disp('match');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  otherwise; disp('no match'); 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match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switch-case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2:46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2EEF0"/>
          </a:solidFill>
          <a:ln w="12700">
            <a:solidFill>
              <a:srgbClr val="B9D6D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106984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C66"/>
                </a:solidFill>
              </a:rPr>
              <a:t>TRY IT YOURSELF — RUN THE CODE, SEE WHAT HAPPENS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Write and run this script in MATLAB. There is no fixed answer printed here on purpose — type a few different rock names when it asks, including one not listed, and see what happens.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06424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749808" y="2862072"/>
            <a:ext cx="1066190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rockType = input('Enter rock type (sandstone/shale/limestone): ', 's');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rockType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'sandstone'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disp('Clastic reservoir rock.');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'shale'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disp('Fine-grained seal rock.');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'limestone'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disp('Carbonate rock.');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otherwise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disp('Rock type not recognized.');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Try 'shale', then try 'Shale' with a capital S. Same result?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Multiple Values in One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2:51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several values in curly braces: case {value1, value2, value3}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case runs if the switch expression equals ANY value in the list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repeating the same statements under several separate case blocks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switch dayType; case {'Sat','Sun'}; disp('Weekend -- no lab'); case {'Mon','Tue','Wed','Thu','Fri'}; disp('Weekday -- lab scheduled'); 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switch 3; case {1,2,3}; disp('A'); case {3,4,5}; disp('B'); end — what prints? Does it print both A and B, since 3 appears in both lists?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Prints: A   -- only A, never B.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MATLAB checks cases TOP TO BOTTOM and stops at the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FIRST match. {1,2,3} is checked first and 3 is in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that list, so case 'A' runs and switch exits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immediately -- the second case is never even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examined, even though 3 also appears there.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Grouped Case 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3:00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2EEF0"/>
          </a:solidFill>
          <a:ln w="12700">
            <a:solidFill>
              <a:srgbClr val="B9D6D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10698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C66"/>
                </a:solidFill>
              </a:rPr>
              <a:t>TRY IT YOURSELF — RUN THE CODE, SEE WHAT HAPPENS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Run this script with a few different month numbers (1–12). No answer is given here — work out the season for each one by actually running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3776472"/>
          </a:xfrm>
          <a:prstGeom prst="roundRect">
            <a:avLst>
              <a:gd name="adj" fmla="val 242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749808" y="2816352"/>
            <a:ext cx="10661904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input('Enter month number (1-12): 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m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{12, 1, 2}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disp('Winter');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{3, 4, 5}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disp('Spring');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{6, 7, 8}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disp('Summer');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{9, 10, 11}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disp('Autumn');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otherwise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disp('Not a valid month number.');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Try m = 1, then m = 7, then m = 13.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otherwise Clause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3:06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runs ONLY if none of the case values matched — exactly like else does for if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is optional and normally goes LAST, after every case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left out and nothing matches, switch does nothing at all — no output, no error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practice: almost always include otherwise to catch unexpected or invalid input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6D1E"/>
                </a:solidFill>
              </a:rPr>
              <a:t>TRICKY QUESTION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code = 99;  switch code; case 1; disp('A'); case 2; disp('B'); end  (no otherwise) — what happens?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NOTHING happens -- no output, no error.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code = 99 does not match case 1 or case 2, and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there is no otherwise to catch it, so the switch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block finishes silently -- just like an if with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no else and a false condition (Week 7).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This is why otherwise should almost always be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included, especially for user-entered values.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otherwise / Invalid Input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3:14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2EEF0"/>
          </a:solidFill>
          <a:ln w="12700">
            <a:solidFill>
              <a:srgbClr val="B9D6D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106984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5C66"/>
                </a:solidFill>
              </a:rPr>
              <a:t>TRY IT YOURSELF — RUN THE CODE, SEE WHAT HAPPENS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</a:rPr>
              <a:t>Run this script and deliberately enter a menu number that is NOT 1, 2, or 3. No answer is given here — confirm for yourself that otherwise catches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06424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2862072"/>
            <a:ext cx="1066190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input('Menu: 1) Seismic 2) Gravity 3) Magnetic -- Enter choice: 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choice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disp('Seismic module selected.');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disp('Gravity module selected.');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disp('Magnetic module selected.');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otherwise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disp('Invalid choice -- please enter 1, 2, or 3.');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Try 2, then try 7. What's different about the two runs?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TRICKY-QUESTION SPOTLIGHT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Common switch Mistakes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3:20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32120" cy="914400"/>
          </a:xfrm>
          <a:prstGeom prst="roundRect">
            <a:avLst>
              <a:gd name="adj" fmla="val 10000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5166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Is switch case-sensitive for text? 'Sandstone' vs 'sandstone'?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532120" cy="3867912"/>
          </a:xfrm>
          <a:prstGeom prst="roundRect">
            <a:avLst>
              <a:gd name="adj" fmla="val 2364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2724912"/>
            <a:ext cx="5129784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YES -- switch is strictly case-sensitive for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strings/char arrays, just like == comparison.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'Sandstone' and 'sandstone' are NOT equal, so 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case written for one will not catch the other.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FIX: normalize user input first with lower():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lower(rockType)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'sandstone'   % now matches either 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6492240" y="1627632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Does switch 'fall through' to the next case like in C or Java (if you forget break)?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578608"/>
            <a:ext cx="5303520" cy="3867912"/>
          </a:xfrm>
          <a:prstGeom prst="roundRect">
            <a:avLst>
              <a:gd name="adj" fmla="val 2364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10528" y="2724912"/>
            <a:ext cx="4901184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NO. MATLAB's switch NEVER falls through, and it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has no 'break' keyword at all -- it isn't needed.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Once a case matches and its block finishes,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switch exits automatically. Every other case is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skipped, even cases listed right below it.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This is simpler and safer than C/Java's switch.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switch Can — and Can't —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3:26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Attaway Ch. 4: the switch_expression must be a SCALAR or a character vector (text) — never a full array/vector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case blocks doesn't affect correctness — except that it IS the order MATLAB checks them in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otherwise clause is not required, but the book notes it is ‘frequently useful’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with case {v1, v2, ...} avoids writing the same action twice for different matching values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Textbook example (switchletgrade.m): why write case {10,9}  grade = 'A';  instead of two separate case blocks, one for 10 and one for 9?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7"/>
            <a:ext cx="5074920" cy="4142233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Both styles work, but repeating the action is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wasteful and easy to get out of sync if you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later need to change what 'A' does: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10          % two separate cases --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'A'; % same action written twice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9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'A';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vs. ONE case with grouped values (textbook style):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{10, 9}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'A'; % written ONCE, for both 9 and 10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Menu-Driven Geophysical Workflow Selector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3:33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1066190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= input('Choose workflow: seismic, gravity, magnetic, welllog: ', 's');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lower(workflow)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'seismic'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disp('Running seismic processing pipeline...');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'gravity'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disp('Running gravity reduction and anomaly calc...');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'magnetic'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disp('Running magnetic data reduction...');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'welllog'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disp('Running well-log digitization and QC...');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otherwise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disp('Unknown workflow -- check spelling.');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3:40 PM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0" y="19202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3:50 PM — we'll pick up with switch vs if-elseif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VS IF-ELSEIF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vs if-elseif — When to Prefer Which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3:50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 when ONE variable is tested against several fixed, exact, discrete values — menus, modes, named categories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if-elseif when testing RANGES, inequalities (&lt;, &gt;=), or several different variables/complex conditions together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can only test for EQUALITY — it cannot write a case for a range like Vp &lt; 2000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same discrete-choice problem, switch usually reads more cleanly than a long if-elseif chain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BF1D9"/>
          </a:solidFill>
          <a:ln w="12700">
            <a:solidFill>
              <a:srgbClr val="E9D9A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6720840" y="1627632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D1E"/>
                </a:solidFill>
              </a:rPr>
              <a:t>TRICKY QUESTION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223B"/>
                </a:solidFill>
              </a:rPr>
              <a:t>Can you write a switch with case Vp &lt; 2000 to classify P-wave velocities into ranges, the way Week 7's if-elseif did?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15768"/>
            <a:ext cx="5074920" cy="3730752"/>
          </a:xfrm>
          <a:prstGeom prst="roundRect">
            <a:avLst>
              <a:gd name="adj" fmla="val 2451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739128" y="2862072"/>
            <a:ext cx="467258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NO -- this is NOT valid/working switch syntax.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switch only tests EXACT EQUALITY against fixed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case values -- it cannot evaluate an inequality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expression like Vp &lt; 2000 inside a case.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RANGES and inequalities still need if-elseif-else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(Week 7) -- switch is for discrete, named choices.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GEOPHYSICS APPLICATION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Menu System — With Input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3:59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1066190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input(['Select analysis:\n  1) Seismic\n  2) Gravity\n  3) Magnetic\n  4) Well-log\nEnter choice: ']);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choice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disp('Seismic processing selected.');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disp('Gravity processing selected.');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disp('Magnetic processing selected.');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4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disp('Well-log processing selected.');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otherwise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disp('ERROR: invalid choice -- enter 1 to 4.');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Classify Rock Type from a Numeric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4:07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08955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= 2;   % lithology code from a log header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</a:rPr>
              <a:t>Write a switch that reports: 1 → 'Sandstone', 2 → 'Siltstone', 3 → 'Shale', 4 or 5 → 'Carbonate' (grouped), anything else → 'Unknown code'.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66790" y="1554480"/>
            <a:ext cx="574609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067958" y="1700784"/>
            <a:ext cx="534375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= 2;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code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'Sandstone';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'Siltstone';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'Shale';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{4, 5}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'Carbonate';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otherwise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lithology = 'Unknown code';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fprintf('Code %d -&gt; %s\n', code, lithology);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code = 2 -&gt; prints 'Siltstone'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EXERCISE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Beaufort Wind Scale (Attaway, Exercise 23)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4:15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17259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6014923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From the textbook -- generates a random wind force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and classifies it with switch: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ranforce = randi([0, 12]);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ranforce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disp('There is no wind')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{1,2,3,4,5,6}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disp('There is a breeze')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{7,8,9}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disp('This is a gale')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{10,11}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disp('It is a storm')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disp('Hello, Hurricane!')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94499" y="1554480"/>
            <a:ext cx="4418381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7223B"/>
                </a:solidFill>
              </a:rPr>
              <a:t>This is a REAL exercise from your textbook (Attaway, Ch. 4, Exercise 23).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23B"/>
                </a:solidFill>
              </a:rPr>
              <a:t>Your task: rewrite this exact switch statement as ONE nested if-else statement (elseif is allowed) that does precisely the same thing. Do it now in your notebook — a windspeed-classifier like this is exactly the kind of threshold logic a geophysicist writes for storm/anomaly alerts.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switch-case vs if-elseif-else, Side by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4:22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368808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36720" y="15544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4236720" y="1554480"/>
            <a:ext cx="368808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24800" y="15544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7924800" y="1554480"/>
            <a:ext cx="368808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if-elseif-else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36982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640080" y="236982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6720" y="236982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 txBox="1"/>
          <p:nvPr/>
        </p:nvSpPr>
        <p:spPr>
          <a:xfrm>
            <a:off x="4328160" y="236982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variable, exact values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24800" y="236982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 txBox="1"/>
          <p:nvPr/>
        </p:nvSpPr>
        <p:spPr>
          <a:xfrm>
            <a:off x="8016240" y="236982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expression; ranges, inequalities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18516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640080" y="318516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6720" y="318516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4328160" y="318516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discrete choices (menus, modes)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24800" y="318516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8016240" y="318516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Ranges, thresholds, complex conditions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00050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5" name="Text 23"/>
          <p:cNvSpPr txBox="1"/>
          <p:nvPr/>
        </p:nvSpPr>
        <p:spPr>
          <a:xfrm>
            <a:off x="640080" y="400050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matches/branch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36720" y="400050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Text 25"/>
          <p:cNvSpPr txBox="1"/>
          <p:nvPr/>
        </p:nvSpPr>
        <p:spPr>
          <a:xfrm>
            <a:off x="4328160" y="400050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{a, b, c}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24800" y="400050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 txBox="1"/>
          <p:nvPr/>
        </p:nvSpPr>
        <p:spPr>
          <a:xfrm>
            <a:off x="8016240" y="400050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logic: (a) || (b)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81584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 txBox="1"/>
          <p:nvPr/>
        </p:nvSpPr>
        <p:spPr>
          <a:xfrm>
            <a:off x="640080" y="481584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matches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6720" y="481584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4328160" y="481584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(optional) -- else does nothing silently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24800" y="481584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E9EEF4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 txBox="1"/>
          <p:nvPr/>
        </p:nvSpPr>
        <p:spPr>
          <a:xfrm>
            <a:off x="8016240" y="481584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(optional) -- does nothing silently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6311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7" name="Text 35"/>
          <p:cNvSpPr txBox="1"/>
          <p:nvPr/>
        </p:nvSpPr>
        <p:spPr>
          <a:xfrm>
            <a:off x="640080" y="563118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Fall-through?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6720" y="56311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9" name="Text 37"/>
          <p:cNvSpPr txBox="1"/>
          <p:nvPr/>
        </p:nvSpPr>
        <p:spPr>
          <a:xfrm>
            <a:off x="4328160" y="563118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-- no break needed or exists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24800" y="5631180"/>
            <a:ext cx="3688080" cy="815340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39"/>
          <p:cNvSpPr txBox="1"/>
          <p:nvPr/>
        </p:nvSpPr>
        <p:spPr>
          <a:xfrm>
            <a:off x="8016240" y="5631180"/>
            <a:ext cx="3505200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(not applicable)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Remember These!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4:26 PM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607423"/>
          </a:xfrm>
          <a:prstGeom prst="roundRect">
            <a:avLst>
              <a:gd name="adj" fmla="val 1204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694944" y="1675311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94944" y="167531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554480"/>
            <a:ext cx="102412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compares for an EXACT match (value and type) — a string and a number never match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253343"/>
            <a:ext cx="11064240" cy="607423"/>
          </a:xfrm>
          <a:prstGeom prst="roundRect">
            <a:avLst>
              <a:gd name="adj" fmla="val 1204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94944" y="237417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 txBox="1"/>
          <p:nvPr/>
        </p:nvSpPr>
        <p:spPr>
          <a:xfrm>
            <a:off x="694944" y="23741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253343"/>
            <a:ext cx="102412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comparisons in switch are case-sensitive — normalize with lower() first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952206"/>
            <a:ext cx="11064240" cy="607423"/>
          </a:xfrm>
          <a:prstGeom prst="roundRect">
            <a:avLst>
              <a:gd name="adj" fmla="val 1204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94944" y="3073037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 txBox="1"/>
          <p:nvPr/>
        </p:nvSpPr>
        <p:spPr>
          <a:xfrm>
            <a:off x="694944" y="30730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2952206"/>
            <a:ext cx="102412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{a, b, c} matches if the switch value equals ANY one of the listed values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651069"/>
            <a:ext cx="11064240" cy="607423"/>
          </a:xfrm>
          <a:prstGeom prst="roundRect">
            <a:avLst>
              <a:gd name="adj" fmla="val 1204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94944" y="377190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694944" y="37719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651069"/>
            <a:ext cx="102412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is optional; if it's missing and nothing matches, switch does nothing — no error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349931"/>
            <a:ext cx="11064240" cy="607423"/>
          </a:xfrm>
          <a:prstGeom prst="roundRect">
            <a:avLst>
              <a:gd name="adj" fmla="val 1204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694944" y="4470763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694944" y="447076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4349931"/>
            <a:ext cx="102412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MATLAB's switch never falls through — there is no break keyword, and none is needed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048794"/>
            <a:ext cx="11064240" cy="607423"/>
          </a:xfrm>
          <a:prstGeom prst="roundRect">
            <a:avLst>
              <a:gd name="adj" fmla="val 1204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694944" y="5169626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694944" y="51696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5048794"/>
            <a:ext cx="102412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cannot test ranges/inequalities — use if-elseif-else for those instead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747657"/>
            <a:ext cx="11064240" cy="607423"/>
          </a:xfrm>
          <a:prstGeom prst="roundRect">
            <a:avLst>
              <a:gd name="adj" fmla="val 12043"/>
            </a:avLst>
          </a:prstGeom>
          <a:solidFill>
            <a:srgbClr val="12335A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694944" y="5868489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2" name="Text 30"/>
          <p:cNvSpPr txBox="1"/>
          <p:nvPr/>
        </p:nvSpPr>
        <p:spPr>
          <a:xfrm>
            <a:off x="694944" y="586848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5747657"/>
            <a:ext cx="10241280" cy="60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switch_expression itself must be a scalar or a character vector — never a full array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Exercise, Summary &amp; 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134295" y="34747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9EEF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134295" y="3474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4:29 PM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Exercise: write week8_workflow_selector.m — present a 4-option numbered menu (seismic/gravity/magnetic/well-log), read the choice with input(), use switch-case with otherwise to handle invalid entries, and print which module ran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textbook: finish today's Beaufort Wind Scale nested-if-else rewrite (Attaway Exercise 23); for extra practice, try Exercise 16 — classify a pH as acidic/neutral/basic — using switch instead of if-elseif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skills: switch-case basics, grouped case values {a,b,c}, the otherwise clause, and choosing between switch and if-elseif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is next — Weeks 1 through 8 (MATLAB basics through both selection structures) are all in scope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mid-term: repetition structures (for and while loops), functions, and then toolboxes, GUIs, and file I/O for geophysics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5074920" cy="4892040"/>
          </a:xfrm>
          <a:prstGeom prst="roundRect">
            <a:avLst>
              <a:gd name="adj" fmla="val 1869"/>
            </a:avLst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39128" y="1700784"/>
            <a:ext cx="4672584" cy="459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Week 8 Lab -- starter skeleton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input(['1) Seismic  2) Gravity  ', ...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'3) Magnetic  4) Well-log\nEnter choice: ']);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choice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disp('Seismic module selected.');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disp('Gravity module selected.');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disp('Magnetic module selected.');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4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disp('Well-log module selected.');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otherwise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disp('ERROR: invalid choice (1-4).');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8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•  GEO 321 / GEL 321  •  Computing with MATLAB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65471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4024</Words>
  <Application>Microsoft Office PowerPoint</Application>
  <PresentationFormat>Widescreen</PresentationFormat>
  <Paragraphs>464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2</cp:revision>
  <dcterms:created xsi:type="dcterms:W3CDTF">2026-10-12T21:07:37Z</dcterms:created>
  <dcterms:modified xsi:type="dcterms:W3CDTF">2026-10-21T12:26:55Z</dcterms:modified>
</cp:coreProperties>
</file>